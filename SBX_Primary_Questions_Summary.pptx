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M2_GEX: Answers to the Four Questions We Set Out to Answer</a:t>
            </a:r>
          </a:p>
          <a:p>
            <a:pPr>
              <a:spcBef>
                <a:spcPts val="1400"/>
              </a:spcBef>
            </a:pPr>
            <a:r>
              <a:rPr sz="1700">
                <a:solidFill>
                  <a:srgbClr val="B9C7DE"/>
                </a:solidFill>
              </a:rPr>
              <a:t>SBX (P5/P7) vs. Illumina  |  sbxpress vs. Cell Ranger  |  full-scale (1.1-1.3B read) confirmation  |  CAT02 / ABRF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QUESTION 1</a:t>
            </a:r>
          </a:p>
          <a:p>
            <a:r>
              <a:rPr sz="2700" b="1">
                <a:solidFill>
                  <a:srgbClr val="1B2A4A"/>
                </a:solidFill>
              </a:rPr>
              <a:t>Q1 — Does sbxpress Match or Beat Cell Ranger?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7B45"/>
                </a:solidFill>
              </a:rPr>
              <a:t>ANSWER:  Yes, on SBX data. Not yet on standard Illumina short reads.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574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92608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Cell Ranger molecules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sbxpress molecules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</a:rPr>
                        <a:t>Illumina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285.7M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226.7M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‒21% (sbxpress behind)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</a:rPr>
                        <a:t>SBX-P5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264.6M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281.6M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+6.4% (sbxpress ahead)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</a:rPr>
                        <a:t>SBX-P7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277.2M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296.7M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+7.0% (sbxpress ahead)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sbxpress recovers ~6-7% more molecules than Cell Ranger on SBX data — a real, current advantage on the platform it's built for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sbxpress recovers ~21% fewer molecules than Cell Ranger on standard Illumina reads — the aligner is presently tuned for long reads, not 90bp short reads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Read as "tuned for long reads, not yet general-purpose" — not "better" or "worse" in the 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QUESTION 2</a:t>
            </a:r>
          </a:p>
          <a:p>
            <a:r>
              <a:rPr sz="2700" b="1">
                <a:solidFill>
                  <a:srgbClr val="1B2A4A"/>
                </a:solidFill>
              </a:rPr>
              <a:t>Q2 — What Depth and Cost Does SBX Need for Equivalent Coverage?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7B45"/>
                </a:solidFill>
              </a:rPr>
              <a:t>ANSWER:  SBX needs 40-50% of Illumina's reads; real pricing headroom exists (up to ~2x/read).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57400"/>
          <a:ext cx="121615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377440"/>
                <a:gridCol w="347472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To match Illumina's 285.7M-molecule recovery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Reads needed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vs. Illumina reads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Breakeven $/read ratio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</a:rPr>
                        <a:t>SBX-P7 / sbxpress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1.12B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39.8%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up to 2.51× Illumina's $/read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B2A4A"/>
                          </a:solidFill>
                        </a:rPr>
                        <a:t>SBX-P5 / sbxpress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1.39B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49.6%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up to 2.01× Illumina's $/read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Modeled via Michaelis-Menten saturation fit per condition — no external pricing data needed, only the depth ratio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Fewer reactions, not fewer bases: SBX needs 40-50% of Illumina's read count but 108-125% of its Gb — state both, they point opposite directions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Confirmed per-run/lane billing means $/read is the right lens: SBX can cost up to ~2× Illumina per read and still break even on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QUESTION 3</a:t>
            </a:r>
          </a:p>
          <a:p>
            <a:r>
              <a:rPr sz="2700" b="1">
                <a:solidFill>
                  <a:srgbClr val="1B2A4A"/>
                </a:solidFill>
              </a:rPr>
              <a:t>Q3 — Why Does P7 Outperform P5?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7B45"/>
                </a:solidFill>
              </a:rPr>
              <a:t>ANSWER:  Confirmed at full scale: P7's cDNA-first order avoids late-read signal decay.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57400"/>
          <a:ext cx="121615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651760"/>
                <a:gridCol w="2651760"/>
                <a:gridCol w="265176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Mapping efficiency 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Illumina (9.7M reads)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SBX-P5 (1.2B reads)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SBX-P7 (1.1B reads)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B2A4A"/>
                          </a:solidFill>
                        </a:rPr>
                        <a:t>Unmapped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0.99%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6.54%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1.33%  (~5× lower than P5)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B2A4A"/>
                          </a:solidFill>
                        </a:rPr>
                        <a:t>Gene-assigned (of mapped)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65.63%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59.95%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61.70%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B2A4A"/>
                          </a:solidFill>
                        </a:rPr>
                        <a:t>Molecules recovered per raw 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0.598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0.201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0.241  (~20% more than P5)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Counter-intuitive result: P7 wins on final recovery despite P5 decoding CB/UMI first (seemingly the "safer" order)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Working mechanism: SBX signal quality decays over read position — whichever segment is read second is degraded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2A4A"/>
                </a:solidFill>
              </a:rPr>
              <a:t>• Barcode degradation is partially recoverable (whitelist correction); cDNA degradation is not — protecting cDNA (P7) wins on final 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P5/P7 are confirmed by ~1.1-1.3B production reads per orientation (mapping_evaluation full-scale run), not the smaller preliminary subsamples that first suggested this. Illumina is the same study's compact fixture (9.7M reads) — same pipeline/settings, but not full-scale like P5/P7; included for a same-methodology anchor point, not a scale-matched comparison. Caveat: confirm P5/P7 = same library in both orientations, not a 10x 5'/3'-kit chemistry distinction, before presenting as a pure orientation effect.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QUESTION 4</a:t>
            </a:r>
          </a:p>
          <a:p>
            <a:r>
              <a:rPr sz="2700" b="1">
                <a:solidFill>
                  <a:srgbClr val="1B2A4A"/>
                </a:solidFill>
              </a:rPr>
              <a:t>Q4 — Does Enabling Multimap Detection Change the Results?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7B45"/>
                </a:solidFill>
              </a:rPr>
              <a:t>ANSWER:  It detects real ambiguity, but doesn't change downstream molecule counts.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574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Full-scale read-name-matched churn (≥ 1.1B reads/arm)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SBX-P5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SBX-P7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Reads losing single-gene status (‒94% go to zero genes)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49,775 (0.004%)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36,527 (0.003%)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Reads gaining single-gene status (only ~13-14% true `mm` rescue)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87,505 (0.007%)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67,506 (0.006%)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2A4A"/>
                          </a:solidFill>
                        </a:rPr>
                        <a:t>Net molecule-count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+13,021 (0.005%)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+13,385 (0.005%)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1B2A4A"/>
                </a:solidFill>
              </a:rPr>
              <a:t>• `-N 10` is the correct tool to detect hidden ambiguity (`--secondary=no` reports only 1 alignment/read, so NH=1 always — ambiguity is discarded, not absent)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1B2A4A"/>
                </a:solidFill>
              </a:rPr>
              <a:t>• Once detected, most of it is genomic noise (unannotated/decoy hits) or resolves to the same gene either way — net effect stays under 0.01% of reads at every scale tested, from 9.4M up to 1.3B reads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1B2A4A"/>
                </a:solidFill>
              </a:rPr>
              <a:t>• Detection and impact are separate questions: `--secondary=no` remains the right production default on output stability, not because multimapping doesn't exist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</a:rPr>
              <a:t>SUMMARY</a:t>
            </a:r>
          </a:p>
          <a:p>
            <a:r>
              <a:rPr sz="2700" b="1">
                <a:solidFill>
                  <a:srgbClr val="1B2A4A"/>
                </a:solidFill>
              </a:rPr>
              <a:t>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11247120" cy="279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Q1 — Pipeline: sbxpress beats Cell Ranger on SBX data (+6-7% molecules), not yet on Illumina short reads (‒21%)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Q2 — Depth/cost: SBX needs 40-50% of Illumina's reads for equivalent coverage, with real per-read pricing headroom (up to ~2× Illumina)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Q3 — Orientation: P7 (cDNA read first) is the stronger SBX configuration on every metric measured, confirmed at full production scale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Q4 — Multimap: real ambiguity exists and is now well-characterized, but it doesn't move the molecule count — `--secondary=no` stays the production default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2A4A"/>
                </a:solidFill>
              </a:rPr>
              <a:t>• Net: SBX + sbxpress is a measured, real advantage on SBX's own data today, at a cost structure with genuine room versus Illumina — with P7 as the recommended orientation pending the chemistry-confound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555"/>
                </a:solidFill>
              </a:rPr>
              <a:t>Full detail, methodology, and every underlying number behind these four answers: SBX_vs_Illumina_M2_comparison.pptx (cross-platform deck) and mapping.md (mapping-ambiguity methodology and full-scale validation).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