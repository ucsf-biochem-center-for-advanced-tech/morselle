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SBX vs. Illumina: M2_GEX Platform Comparison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B9C7DE"/>
                </a:solidFill>
              </a:rPr>
              <a:t>Cell Ranger vs. sbxpress (minimap2)  |  Illumina / SBX-P5 / SBX-P7  |  CAT02 / ABRF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</a:rPr>
              <a:t>1</a:t>
            </a:r>
          </a:p>
          <a:p>
            <a:r>
              <a:rPr sz="2800" b="1">
                <a:solidFill>
                  <a:srgbClr val="1B2A4A"/>
                </a:solidFill>
              </a:rPr>
              <a:t>Study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1247120" cy="279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One sample, M2_GEX, pulled from a 15-sample pooled NovaSeqX run (NovaSeqX Series, CE15204)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Carried through 3 technical preparations:</a:t>
            </a: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5555"/>
                </a:solidFill>
              </a:rPr>
              <a:t>‣ Illumina — standard sequencing</a:t>
            </a: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5555"/>
                </a:solidFill>
              </a:rPr>
              <a:t>‣ SBX-P5 — Roche SBX, CB/UMI read first</a:t>
            </a: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5555"/>
                </a:solidFill>
              </a:rPr>
              <a:t>‣ SBX-P7 — Roche SBX, cDNA read first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× 2 analysis pipelines:</a:t>
            </a: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5555"/>
                </a:solidFill>
              </a:rPr>
              <a:t>‣ Cell Ranger (10x Genomics, STAR-based)</a:t>
            </a: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5555"/>
                </a:solidFill>
              </a:rPr>
              <a:t>‣ sbxpress — minimap2-based, splice-aware, same annotation/molecule/matrix/cell stages for all platforms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= 6 conditions compared head-to-head on identical downstream logic (sbxpress audit) or native vendor pipeline (Cell Ranger metrics)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55555"/>
                </a:solidFill>
              </a:rPr>
              <a:t>Caveat: single-sample deep dive — the other 14 pooled samples were demultiplexed only, not carried through this comparison (see Limitations).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</a:rPr>
              <a:t>2</a:t>
            </a:r>
          </a:p>
          <a:p>
            <a:r>
              <a:rPr sz="2800" b="1">
                <a:solidFill>
                  <a:srgbClr val="1B2A4A"/>
                </a:solidFill>
              </a:rPr>
              <a:t>Read Architecture Sets Up Everything Downstream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1247120" cy="279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155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  <a:gridCol w="292608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Illumina R2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SBX-P5 R2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SBX-P7 R2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fixed 90 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variable, mean 226 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variable, mean 244 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Max length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90 bp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649 bp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649 bp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Read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short-read, STAR-tuned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long cDNA insert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long cDNA insert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SBX reads carry 2.5–2.7× more sequence per read than Illumina R2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This single fact drives the mapping-efficiency, depth-equivalence, and cost-parity results on the following slides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</a:rPr>
              <a:t>3</a:t>
            </a:r>
          </a:p>
          <a:p>
            <a:r>
              <a:rPr sz="2800" b="1">
                <a:solidFill>
                  <a:srgbClr val="1B2A4A"/>
                </a:solidFill>
              </a:rPr>
              <a:t>Mapping Efficiency by Platform ×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1247120" cy="279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6540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72768"/>
                <a:gridCol w="1572768"/>
                <a:gridCol w="1572768"/>
                <a:gridCol w="1572768"/>
                <a:gridCol w="1572768"/>
                <a:gridCol w="1572768"/>
              </a:tblGrid>
              <a:tr h="457200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Illumina/CR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Illumina/mm2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P5/CR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P5/mm2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P7/CR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P7/mm2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Unmapped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19.81%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9.27%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7.41%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Gene-assigned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55.08%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58.16%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63.82%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58.25%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66.13%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60.26%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004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sbxpress out-recovers Cell Ranger on SBX reads: lower unmapped %, more molecules counted overall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sbxpress underperforms Cell Ranger on standard Illumina reads — minimap2 leaves ~5× more reads unmapped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Interpretation: the aligner is presently tuned toward long SBX reads, not short 90bp Illumina R2 — not a general minimap2-vs-STAR verdict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</a:rPr>
              <a:t>4</a:t>
            </a:r>
          </a:p>
          <a:p>
            <a:r>
              <a:rPr sz="2800" b="1">
                <a:solidFill>
                  <a:srgbClr val="1B2A4A"/>
                </a:solidFill>
              </a:rPr>
              <a:t>Cell Calling &amp; Sensitivity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1247120" cy="279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834640"/>
                <a:gridCol w="2834640"/>
                <a:gridCol w="2834640"/>
              </a:tblGrid>
              <a:tr h="396240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Illumina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SBX-P5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SBX-P7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Reads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2.81B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1.31B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1.16B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Cells called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32,357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33,371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33,223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Median genes/cell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2,307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2,414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Median UMI/cell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4,663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4,046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4,270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Sequencing saturation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77.8%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976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Cell calls converge to nearly the same number (~32–33K) despite SBX using ~2.3× fewer reads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Lower SBX saturation at matched cell count = library not yet sequenced to exhaustion — room to go deeper or reallocate reads elsewhere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55555"/>
                </a:solidFill>
              </a:rPr>
              <a:t>Caveat: Q30-in-barcode/RNA/UMI reads 0.0% for SBX in Cell Ranger's own metrics — an artifact of a flat placeholder quality string in the synthetic FASTQ, not a real quality signal. Omit or footnote; do not present as an SBX quality problem.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</a:rPr>
              <a:t>5</a:t>
            </a:r>
          </a:p>
          <a:p>
            <a:r>
              <a:rPr sz="2800" b="1">
                <a:solidFill>
                  <a:srgbClr val="1B2A4A"/>
                </a:solidFill>
              </a:rPr>
              <a:t>Read Depth for Equivalent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1247120" cy="279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Question: how much SBX sequencing is needed to match Illumina/Cell Ranger's molecule recovery (285.7M molecules, from 2.81B reads / 252.7 Gb of R2)?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Modeled with a two-point Michaelis-Menten saturation fit per condition (full-depth + built-in 1/64 subsample point from each sbxpress audit)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971800"/>
          <a:ext cx="112471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828800"/>
                <a:gridCol w="2103120"/>
                <a:gridCol w="1828800"/>
                <a:gridCol w="155448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To match Illumina's molecule recovery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Reads needed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vs. Illumina reads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Gb needed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vs. Illumina Gb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SBX-P7 / sbxpress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1.12B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272.8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108.0%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SBX-P5 / sbxpress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1.39B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49.6%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315.0 Gb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124.7%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43484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Fewer reactions, not fewer bases: SBX needs 40–50% of Illumina's read count, but 108–125% of its Gb — state both units, they point opposite directions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</a:rPr>
              <a:t>6</a:t>
            </a:r>
          </a:p>
          <a:p>
            <a:r>
              <a:rPr sz="2800" b="1">
                <a:solidFill>
                  <a:srgbClr val="1B2A4A"/>
                </a:solidFill>
              </a:rPr>
              <a:t>Cost-Parity Breakeven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1247120" cy="279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No external price data required — only the depth ratio from the previous slide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Confirmed: both platforms are billed per run/lane, so $/read is the right lens (not $/Gb)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83464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657600"/>
                <a:gridCol w="365760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Billing unit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SBX-P7 breakeven price ratio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SBX-P5 breakeven price ratio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Per read/reaction (primary)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up to 2.51× Illumina's $/read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up to 2.01× Illumina's $/read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Per Gb output (secondary context)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at/below 92.6% of Illumina's $/Gb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at/below 80.2% of Illumina's $/Gb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55555"/>
                </a:solidFill>
              </a:rPr>
              <a:t>SBX has real per-reaction pricing headroom (up to ~2×) under the confirmed per-run/lane billing model — this is the number to lead with.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</a:rPr>
              <a:t>7</a:t>
            </a:r>
          </a:p>
          <a:p>
            <a:r>
              <a:rPr sz="2800" b="1">
                <a:solidFill>
                  <a:srgbClr val="1B2A4A"/>
                </a:solidFill>
              </a:rPr>
              <a:t>Pipeline Comparison: Cell Ranger vs. sbxpress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1247120" cy="279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  <a:gridCol w="292608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Condition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Cell Ranger molecules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sbxpress molecules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Illumina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285.7M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226.7M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−21% (sbxpress underperforms)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SBX-P5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264.6M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281.6M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+6.4% (sbxpress ahead)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SBX-P7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277.2M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296.7M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+7.0% (sbxpress ahead)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sbxpress recovers ~6–7% more molecules than Cell Ranger on SBX data — a real, current advantage on the platform it's built for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sbxpress recovers ~21% fewer molecules than Cell Ranger on standard Illumina reads — not yet a general-purpose replacement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Read this as "tuned for long reads, not yet tuned for short reads" rather than "better" or "worse" in the abstract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</a:rPr>
              <a:t>8</a:t>
            </a:r>
          </a:p>
          <a:p>
            <a:r>
              <a:rPr sz="2800" b="1">
                <a:solidFill>
                  <a:srgbClr val="1B2A4A"/>
                </a:solidFill>
              </a:rPr>
              <a:t>CB/UMI Position: A Yield/Fidelity Tradeoff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1247120" cy="279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Counter-intuitive result: P7 (cDNA read first) beats P5 (CB/UMI read first) on final molecule recovery — despite P5 protecting the barcode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965960"/>
          <a:ext cx="11247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337560"/>
                <a:gridCol w="333756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Stage 1: raw signal → valid reads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SBX-P5 (CB/UMI first)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SBX-P7 (CB/UMI last)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A4A"/>
                          </a:solidFill>
                        </a:rPr>
                        <a:t>Fully parsed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62.6%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46.9%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A4A"/>
                          </a:solidFill>
                        </a:rPr>
                        <a:t>Unparseable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13.9%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33.8%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A4A"/>
                          </a:solidFill>
                        </a:rPr>
                        <a:t>Barcode whitelist hit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76.7%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68.4%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79476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337560"/>
                <a:gridCol w="33375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Stage 2: alignment quality (surviving reads)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SBX-P5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SBX-P7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A4A"/>
                          </a:solidFill>
                        </a:rPr>
                        <a:t>Unmapped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6.78%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1.37%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A4A"/>
                          </a:solidFill>
                        </a:rPr>
                        <a:t>Heavily-clipped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1.22%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0.28%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A4A"/>
                          </a:solidFill>
                        </a:rPr>
                        <a:t>Gene-assigned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58.25%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60.26%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A4A"/>
                          </a:solidFill>
                        </a:rPr>
                        <a:t>Molecules recovered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281.6M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296.7M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55555"/>
                </a:solidFill>
              </a:rPr>
              <a:t>Working hypothesis: SBX signal quality decays over read position — whichever segment is decoded second is degraded. Barcode degradation is partially recoverable (whitelist correction); cDNA degradation is not — so protecting cDNA (P7) wins on final yield. Caveat: confirm P5/P7 = same library in both orientations, not the 10x 5′/3′-kit chemistry distinction, before presenting as a pure orientation effect.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</a:rPr>
              <a:t>9</a:t>
            </a:r>
          </a:p>
          <a:p>
            <a:r>
              <a:rPr sz="2800" b="1">
                <a:solidFill>
                  <a:srgbClr val="1B2A4A"/>
                </a:solidFill>
              </a:rPr>
              <a:t>Read-Length Recovery: Short Reads Are Not the Weak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1247120" cy="279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2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194560"/>
                <a:gridCol w="2194560"/>
                <a:gridCol w="2194560"/>
                <a:gridCol w="2194560"/>
              </a:tblGrid>
              <a:tr h="3098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Length bin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P5 % of reads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P5 success%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P7 % of reads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P7 success%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75–99 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150–174 bp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6.5%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59.7%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62.8%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200–224 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15.9% (peak)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17.6% (peak)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225–249 bp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16.9%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58.8%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19.2% (peak)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61.0%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250–274 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300–324 bp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6.2%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54.5%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56.9%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450–474 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700–724 bp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0.00%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48.1%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0.00%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55.5%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43484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>
                <a:solidFill>
                  <a:srgbClr val="1B2A4A"/>
                </a:solidFill>
              </a:rPr>
              <a:t>• “Success%” = gene-called reads / total reads at that length. “% of reads” = share of the whole dataset in that bin — most reads sit in a narrow window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1B2A4A"/>
                </a:solidFill>
              </a:rPr>
              <a:t>• P5: ~78% of reads fall in 150–299bp; P7: ~82%. The long tail where the P5-vs-P7 gap widens most (≥450bp) is under 0.3% of reads for both — a real, mechanistically interesting effect, but a small share of the total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1B2A4A"/>
                </a:solidFill>
              </a:rPr>
              <a:t>• The P5-vs-P7 success gap still widens with length even in the well-populated zone: +1.2pp at 75–99bp → +2.2pp at 250–274bp → +7.4pp at 700–724bp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55555"/>
                </a:solidFill>
              </a:rPr>
              <a:t>Read-level (gene-called/total), not molecule-level — no length attribution exists yet for deduplicated molecules. Illumina is fixed at 90bp (single bin, ~58.2% success, not shown here) — a sanity anchor, not a length trend. Unmapped-rate-by-length (below 250bp) is still not measured — this does not fully resolve the Fragment-Length Sweet Spot open question two slides ahead.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</a:rPr>
              <a:t>10</a:t>
            </a:r>
          </a:p>
          <a:p>
            <a:r>
              <a:rPr sz="2800" b="1">
                <a:solidFill>
                  <a:srgbClr val="1B2A4A"/>
                </a:solidFill>
              </a:rPr>
              <a:t>Artifacts &amp; Contamination (QC Check)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1247120" cy="279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2161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651760"/>
                <a:gridCol w="2651760"/>
                <a:gridCol w="26517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% of mapped reads (Cell Ranger BAMs)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Illumina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SBX-P5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SBX-P7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Adapter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0.040%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0.202%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0.122%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TSO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9.529%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5.691%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8.079%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polyA (3′)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0.154%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0.067%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0.124%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polyT (5′)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0.017%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0.220%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0.021%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2336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All contamination classes stay under 10% across every condition — no platform shows a qualitatively different contamination profile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Frame as a data-quality check that passed, not a headline comparison metric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</a:rPr>
              <a:t>11</a:t>
            </a:r>
          </a:p>
          <a:p>
            <a:r>
              <a:rPr sz="2800" b="1">
                <a:solidFill>
                  <a:srgbClr val="1B2A4A"/>
                </a:solidFill>
              </a:rPr>
              <a:t>Fragment-Length Sweet Spot — Open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1247120" cy="279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SBX bills per run/lane, and reads/run is tunable by target molecule size — shorter molecule → more reads/run at fixed cost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Real optimization target: useful molecules per run = reads_per_run(length) × P(read becomes a counted molecule | length)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What we know (250–650 bp range only): gene-assignment specificity IMPROVES as length decreases — opposite of a naive “shorter reads map worse” assumption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What's missing:</a:t>
            </a:r>
          </a:p>
          <a:p>
            <a:pPr lvl="1">
              <a:spcAft>
                <a:spcPts val="400"/>
              </a:spcAft>
            </a:pPr>
            <a:r>
              <a:rPr sz="1450">
                <a:solidFill>
                  <a:srgbClr val="555555"/>
                </a:solidFill>
              </a:rPr>
              <a:t>‣ reads-per-run vs. target-length function — a device/chemistry throughput property, not in any dataset reviewed</a:t>
            </a:r>
          </a:p>
          <a:p>
            <a:pPr lvl="1">
              <a:spcAft>
                <a:spcPts val="400"/>
              </a:spcAft>
            </a:pPr>
            <a:r>
              <a:rPr sz="1450">
                <a:solidFill>
                  <a:srgbClr val="555555"/>
                </a:solidFill>
              </a:rPr>
              <a:t>‣ mapping/unmapped behavior below 250bp — current analysis excludes unmapped reads by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55555"/>
                </a:solidFill>
              </a:rPr>
              <a:t>Do not present a claimed optimum — state the shape of the problem and the two open curves needed to solve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</a:rPr>
              <a:t>12</a:t>
            </a:r>
          </a:p>
          <a:p>
            <a:r>
              <a:rPr sz="2800" b="1">
                <a:solidFill>
                  <a:srgbClr val="1B2A4A"/>
                </a:solidFill>
              </a:rP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1247120" cy="279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Single-sample deep dive: only M2_GEX was carried through this full comparison; 14 other pooled samples were demultiplexed only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Q30-in-barcode/RNA/UMI reads 0.0% for SBX is a synthetic-FASTQ placeholder-quality artifact, not a real quality measurement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Cost-parity numbers are ratios, not dollar figures — confirmed per-run/lane billing, but no absolute list price was available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Fragment-length sweet spot is unresolved (previous slide)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</a:rPr>
              <a:t>13</a:t>
            </a:r>
          </a:p>
          <a:p>
            <a:r>
              <a:rPr sz="2800" b="1">
                <a:solidFill>
                  <a:srgbClr val="1B2A4A"/>
                </a:solidFill>
              </a:rPr>
              <a:t>Conclusions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1247120" cy="279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SBX + sbxpress is a real, measured advantage on SBX's own data today: more molecules recovered than Cell Ranger, at 40–50% of Illumina's read depth for equivalent coverage, with real pricing headroom under per-run/lane billing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sbxpress is not yet a drop-in replacement for the standard Illumina short-read path — that gap is expected and tracked separately (see mapping.md / mapping-evaluation validation work)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P7 (cDNA read first) is the stronger SBX orientation on every downstream metric measured — recommend as default pending confirmation of the P5/P7-vs-chemistry caveat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Next steps:</a:t>
            </a: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5555"/>
                </a:solidFill>
              </a:rPr>
              <a:t>‣ Resolve the fragment-length throughput curve with device engineering data</a:t>
            </a: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5555"/>
                </a:solidFill>
              </a:rPr>
              <a:t>‣ Extend this comparison beyond the single M2_GEX sample</a:t>
            </a: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5555"/>
                </a:solidFill>
              </a:rPr>
              <a:t>‣ Get actual per-read/per-lane list prices to convert breakeven ratios into real dollar figures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